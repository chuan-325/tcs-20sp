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4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3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AB6FC-E713-4EE6-AB7F-70ABBCE5C72F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44C33-22AE-41FA-8E19-48917DAAD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87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7957B2-952C-48C4-B828-C4CDC24130E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858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63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6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91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44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28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06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33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00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02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5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FAB5F-C2ED-4966-A039-A890F6D5D5E1}" type="datetimeFigureOut">
              <a:rPr lang="zh-CN" altLang="en-US" smtClean="0"/>
              <a:t>2020/3/8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DBA8C-0795-46DA-85D0-36951070D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08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52F1E73B-8DCD-4BA1-B680-5DAEFCD4FFB6}"/>
              </a:ext>
            </a:extLst>
          </p:cNvPr>
          <p:cNvSpPr txBox="1"/>
          <p:nvPr/>
        </p:nvSpPr>
        <p:spPr>
          <a:xfrm>
            <a:off x="370871" y="273883"/>
            <a:ext cx="2380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1.16</a:t>
            </a:r>
            <a:endParaRPr lang="zh-CN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99DC8-64C1-4D6F-98A5-338BC8FA358A}"/>
              </a:ext>
            </a:extLst>
          </p:cNvPr>
          <p:cNvSpPr txBox="1"/>
          <p:nvPr/>
        </p:nvSpPr>
        <p:spPr>
          <a:xfrm>
            <a:off x="404655" y="1624317"/>
            <a:ext cx="374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</a:t>
            </a:r>
            <a:endParaRPr lang="zh-CN" alt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61D4460-2370-4FF8-B6E4-316BF44E2F83}"/>
                  </a:ext>
                </a:extLst>
              </p:cNvPr>
              <p:cNvSpPr/>
              <p:nvPr/>
            </p:nvSpPr>
            <p:spPr>
              <a:xfrm>
                <a:off x="2892168" y="777097"/>
                <a:ext cx="636104" cy="636104"/>
              </a:xfrm>
              <a:prstGeom prst="ellipse">
                <a:avLst/>
              </a:prstGeom>
              <a:noFill/>
              <a:ln w="114300" cmpd="dbl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61D4460-2370-4FF8-B6E4-316BF44E2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168" y="777097"/>
                <a:ext cx="636104" cy="63610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1430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15A431-EE49-4869-BF4D-BDEC54FE297A}"/>
              </a:ext>
            </a:extLst>
          </p:cNvPr>
          <p:cNvCxnSpPr>
            <a:cxnSpLocks/>
          </p:cNvCxnSpPr>
          <p:nvPr/>
        </p:nvCxnSpPr>
        <p:spPr>
          <a:xfrm>
            <a:off x="1847745" y="1867908"/>
            <a:ext cx="72721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825AC58-B870-4B91-A9E3-86B73694561A}"/>
              </a:ext>
            </a:extLst>
          </p:cNvPr>
          <p:cNvSpPr txBox="1"/>
          <p:nvPr/>
        </p:nvSpPr>
        <p:spPr>
          <a:xfrm>
            <a:off x="1217464" y="1626952"/>
            <a:ext cx="374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</a:t>
            </a:r>
            <a:endParaRPr lang="zh-CN" alt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9348DD7-F5D9-4E51-BC8F-CC1E9EF2A2B8}"/>
                  </a:ext>
                </a:extLst>
              </p:cNvPr>
              <p:cNvSpPr/>
              <p:nvPr/>
            </p:nvSpPr>
            <p:spPr>
              <a:xfrm>
                <a:off x="1060054" y="829877"/>
                <a:ext cx="636104" cy="63610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9348DD7-F5D9-4E51-BC8F-CC1E9EF2A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54" y="829877"/>
                <a:ext cx="636104" cy="63610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32A7F6F3-892D-475B-833F-B4EFF99A04D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287813" y="876602"/>
            <a:ext cx="12700" cy="449794"/>
          </a:xfrm>
          <a:prstGeom prst="curvedConnector3">
            <a:avLst>
              <a:gd name="adj1" fmla="val 2533504"/>
            </a:avLst>
          </a:pr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4DFB7B6-FAD6-4136-B848-F4D6FBAAF772}"/>
              </a:ext>
            </a:extLst>
          </p:cNvPr>
          <p:cNvSpPr txBox="1"/>
          <p:nvPr/>
        </p:nvSpPr>
        <p:spPr>
          <a:xfrm>
            <a:off x="591843" y="2139307"/>
            <a:ext cx="6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0,1</a:t>
            </a:r>
            <a:endParaRPr lang="zh-CN" altLang="en-US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AEDBAE-390C-44B5-A6FC-7826B2C4A49F}"/>
              </a:ext>
            </a:extLst>
          </p:cNvPr>
          <p:cNvSpPr txBox="1"/>
          <p:nvPr/>
        </p:nvSpPr>
        <p:spPr>
          <a:xfrm>
            <a:off x="4811174" y="938572"/>
            <a:ext cx="307478" cy="350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</a:t>
            </a:r>
            <a:endParaRPr lang="zh-CN" altLang="en-US" sz="16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C2FECA-0AB1-4638-8A42-67BA10612172}"/>
              </a:ext>
            </a:extLst>
          </p:cNvPr>
          <p:cNvSpPr txBox="1"/>
          <p:nvPr/>
        </p:nvSpPr>
        <p:spPr>
          <a:xfrm>
            <a:off x="5281626" y="612437"/>
            <a:ext cx="307478" cy="350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b</a:t>
            </a:r>
            <a:endParaRPr lang="zh-CN" altLang="en-US" sz="16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AC104F-15BE-4A89-B53C-519162E8E072}"/>
              </a:ext>
            </a:extLst>
          </p:cNvPr>
          <p:cNvSpPr txBox="1"/>
          <p:nvPr/>
        </p:nvSpPr>
        <p:spPr>
          <a:xfrm>
            <a:off x="5881287" y="494700"/>
            <a:ext cx="738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a,b</a:t>
            </a:r>
            <a:endParaRPr lang="zh-CN" altLang="en-US" sz="16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34151F5-7889-449E-B724-FE8D621769F2}"/>
              </a:ext>
            </a:extLst>
          </p:cNvPr>
          <p:cNvSpPr/>
          <p:nvPr/>
        </p:nvSpPr>
        <p:spPr>
          <a:xfrm>
            <a:off x="6401554" y="937667"/>
            <a:ext cx="636104" cy="636104"/>
          </a:xfrm>
          <a:prstGeom prst="ellipse">
            <a:avLst/>
          </a:prstGeom>
          <a:noFill/>
          <a:ln w="1143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A595982-F345-437E-882B-048D781D07FF}"/>
                  </a:ext>
                </a:extLst>
              </p:cNvPr>
              <p:cNvSpPr/>
              <p:nvPr/>
            </p:nvSpPr>
            <p:spPr>
              <a:xfrm>
                <a:off x="5510812" y="1101499"/>
                <a:ext cx="636104" cy="63610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A595982-F345-437E-882B-048D781D07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812" y="1101499"/>
                <a:ext cx="636104" cy="63610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01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</Words>
  <Application>Microsoft Office PowerPoint</Application>
  <PresentationFormat>On-screen Show (4:3)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Zheng Xuzhou</dc:creator>
  <cp:lastModifiedBy>Zheng Xuzhou</cp:lastModifiedBy>
  <cp:revision>1</cp:revision>
  <dcterms:created xsi:type="dcterms:W3CDTF">2020-03-08T09:06:41Z</dcterms:created>
  <dcterms:modified xsi:type="dcterms:W3CDTF">2020-03-08T09:07:03Z</dcterms:modified>
</cp:coreProperties>
</file>